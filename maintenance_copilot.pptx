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Maintenance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Users: Technician, Ops</a:t>
            </a:r>
          </a:p>
          <a:p>
            <a:pPr/>
            <a:r>
              <a:t>Problem: slow SOP lookup, scattered knowledge</a:t>
            </a:r>
          </a:p>
          <a:p>
            <a:pPr/>
            <a:r>
              <a:t>Solution: AI Copilot for SOP, logs,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Offline / weak network</a:t>
            </a:r>
          </a:p>
          <a:p>
            <a:pPr/>
            <a:r>
              <a:t>Legacy systems</a:t>
            </a:r>
          </a:p>
          <a:p>
            <a:pPr/>
            <a:r>
              <a:t>High reliability requirement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Architecture (Hybrid)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Local: RAG + small LLM</a:t>
            </a:r>
          </a:p>
          <a:p>
            <a:pPr/>
            <a:r>
              <a:t>Cloud: complex tasks, analytics</a:t>
            </a:r>
          </a:p>
          <a:p>
            <a:pPr/>
            <a:r>
              <a:t>Principle: Local-first, Cloud-augment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MVP: ~$250–500/month</a:t>
            </a:r>
          </a:p>
          <a:p>
            <a:pPr/>
            <a:r>
              <a:t>Local infra + Cloud token + maintenance</a:t>
            </a:r>
          </a:p>
          <a:p>
            <a:pPr/>
            <a:r>
              <a:t>Growth: infra cost dominates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 routing (local vs cloud)</a:t>
            </a:r>
          </a:p>
          <a:p>
            <a:pPr/>
            <a:r>
              <a:t>Semantic caching</a:t>
            </a:r>
          </a:p>
          <a:p>
            <a:pPr/>
            <a:r>
              <a:t>Selective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Handle: traffic spike, timeout, latency</a:t>
            </a:r>
          </a:p>
          <a:p>
            <a:pPr/>
            <a:r>
              <a:t>Solutions: queue, retry, fallback</a:t>
            </a:r>
          </a:p>
          <a:p>
            <a:pPr/>
            <a:r>
              <a:t>Fallback: Local → Cloud → Rule → Human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Track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Track: AI System / Applied AI</a:t>
            </a:r>
          </a:p>
          <a:p>
            <a:pPr/>
            <a:r>
              <a:t>Next: RAG, local LLM, monitoring</a:t>
            </a:r>
          </a:p>
          <a:p>
            <a:pPr/>
            <a:r>
              <a:t>Future: predictive maintenance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